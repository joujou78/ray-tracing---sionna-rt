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920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Sionna 0.19.2 Ray-Tracing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B4D8"/>
                </a:solidFill>
              </a:rPr>
              <a:t>Nottingham Urban Scene · 3602.5 MHz · 4001 Ofcom Drive-Test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0E0E0"/>
                </a:solidFill>
              </a:rPr>
              <a:t>Project Milestones · Failures &amp; Fixes · Scene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</a:rPr>
              <a:t>FYP 2026  ·  Sionna RT + AWS DEM + OSM + Overture Maps + Meta CHM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840480" cy="5303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D8"/>
                </a:solidFill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3533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4D8"/>
                </a:solidFill>
              </a:rPr>
              <a:t>▶ Simulate urban radio propagation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6550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4D8"/>
                </a:solidFill>
              </a:rPr>
              <a:t>▶ Nottingham city, 10.7 × 11.2 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95681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4D8"/>
                </a:solidFill>
              </a:rPr>
              <a:t>▶ 3602.5 MHz (5G NR n78 band)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258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4D8"/>
                </a:solidFill>
              </a:rPr>
              <a:t>▶ Compare vs 4001 Ofcom RSSI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560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4D8"/>
                </a:solidFill>
              </a:rPr>
              <a:t>▶ No bias / correction factors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914400"/>
            <a:ext cx="3840480" cy="5303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6D6A0"/>
                </a:solidFill>
              </a:rPr>
              <a:t>RF 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1" y="13533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TX conducted power: 45.0 dBm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1" y="16550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EIRP: 54.0 dBm (9 dBi antenna)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1" y="195681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RX extra gain: 18.0 dB (LNA)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1" y="2258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Noise floor: −109 dBm (Ofcom)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1" y="2560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SITE_CORRECTION_DB = 0.0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914400"/>
            <a:ext cx="3840480" cy="5303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B35"/>
                </a:solidFill>
              </a:rPr>
              <a:t>Simulation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13533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Sionna 0.19.2 (TF 2.15 + Mitsuba 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6550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SBR path solver (GPU: cuda_ad_rgb)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195681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MAX_DEPTH = 10 bounces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58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NUM_SAMPLES_CM = 200M rays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560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NUM_SAMPLES_PS = 10M / batch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Scene Evolution — Saved Checkpoints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2834640" cy="5212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2834640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78408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CP 1
Flat Terrain
+ OSM Buildings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95k individual PLY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03703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8 merged PLY shapes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32887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Flat ground z=0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62071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itu_wet_ground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960120"/>
            <a:ext cx="2834640" cy="5212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18688" y="960120"/>
            <a:ext cx="283464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978408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CP 2
AWS DEM
Terrain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87451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72 GeoTIFF tiles (zoom-14)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203703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500×500 terrain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532887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Z range: −34 → +87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862071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Bilinear interpolation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960120"/>
            <a:ext cx="2834640" cy="5212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6" y="960120"/>
            <a:ext cx="2834640" cy="7772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978408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CP 3
Overture Maps
Building Heights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87451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70,765 buildings fetched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2203703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22,558 heights enriched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532887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Fallback: OSM levels×3.5m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862071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Default: 8.0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3416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98864" y="960120"/>
            <a:ext cx="2834640" cy="5212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98864" y="960120"/>
            <a:ext cx="2834640" cy="7772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0304" y="978408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CP 4
Meta CHM
Tree Geometry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6024" y="187451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Quadkey zoom-9 tiles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6024" y="2203703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Tile 031311330 (1–53 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6024" y="2532887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115,497 tree cylinders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6024" y="2862071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89 MB binary PLY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Key Failures &amp;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5760720" cy="1783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6926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✗ Flat PL-FSPL = +10.3 dB at ALL distances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33502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Cause: itu_wet_ground (ε=30) created strong specular bounces dominating all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81051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D6A0"/>
                </a:solidFill>
              </a:rPr>
              <a:t>✓ Fix: Switched to itu_urban_ground (ε=5, σ=0.5) — absorbs ground reflections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914400"/>
            <a:ext cx="5760720" cy="1783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96926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✗ Meta CHM HTTP 404 (lat_lon.tif naming)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133502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Cause: Tiles use Web Mercator quadkey zoom-9 format, not degree-grid lat/lon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181051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D6A0"/>
                </a:solidFill>
              </a:rPr>
              <a:t>✓ Fix: Implemented _latlon_to_quadkey() — Nottingham = tile 031311330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834640"/>
            <a:ext cx="5760720" cy="1783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288950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✗ OOM: two 65536×65536 CHM tiles = 32 GB 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325526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Cause: Loading full tiles before mosaic killed the kernel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73075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D6A0"/>
                </a:solidFill>
              </a:rPr>
              <a:t>✓ Fix: Windowed reads: clip each tile to scene bbox before loading (~18 MB each)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834640"/>
            <a:ext cx="5760720" cy="1783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88950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✗ 0 trees placed despite valid CHM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25526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Cause: Manual mosaic row-offset bug + 26M-point Python loop (hours to run)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73075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D6A0"/>
                </a:solidFill>
              </a:rPr>
              <a:t>✓ Fix: Vectorised numpy meshgrid in Mercator coords, per-strip direct indexing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754880"/>
            <a:ext cx="5760720" cy="1783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480974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✗ 95,185 PLY files crashed scene.xml (12 MB)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" y="517550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Cause: Individual bld_XXXXX_wall/roof.ply for each OSM building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565099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D6A0"/>
                </a:solidFill>
              </a:rPr>
              <a:t>✓ Fix: Merged by material → 8 PLY files (wall_itu_brick.ply etc.)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754880"/>
            <a:ext cx="5760720" cy="1783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480974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✗ NaN tag bug: 95% of buildings got wrong material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517550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Cause: str(NaN)='nan' is truthy — if off: return 'itu_glass' fired everywhere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565099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D6A0"/>
                </a:solidFill>
              </a:rPr>
              <a:t>✓ Fix: Added _tag() helper converting 'nan'/'none' strings to empty string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Coverage Analysis &amp; Ray Tracing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3840480" cy="5303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D8"/>
                </a:solidFill>
              </a:rPr>
              <a:t>Why 11% Coverage?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533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Scene: 10.76 × 11.25 km = 121 km²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550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TX position: (4711, 3074) m from centre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95681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TX near NE edge of scene bbox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258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560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3.6 GHz urban macro cell radius ≈ 2 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8620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π × 2² / 121 km² ≈ 10.4%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316382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Simulated coverage: 11.0%  ✓ matches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34655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37673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NOT a bug — single cell on large scene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4069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Drive-test points ARE within covered area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914400"/>
            <a:ext cx="3840480" cy="5303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B35"/>
                </a:solidFill>
              </a:rPr>
              <a:t>Ray Tracing Settings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13533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MAX_DEPTH = 10 bounces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16550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  (was 6 → added NLOS at 500–1200 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195681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NUM_SAMPLES_CM = 200M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2258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  GPU: 100 runs × 2M rays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2560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NUM_SAMPLES_PS = 10M / batch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28620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  Path solver per receiver batch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316382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scat_keep_prob = 0.001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34655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  Scatter rays: 1 in 1000 kept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37673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GRID_SIZE_M = 10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4069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  167 rays/cell (borderline for NLOS)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914400"/>
            <a:ext cx="3749039" cy="5303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100584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6D6A0"/>
                </a:solidFill>
              </a:rPr>
              <a:t>Scatter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135331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With scatter:    mean=−55.6 dBm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1655064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Without scatter: mean=−55.5 dBm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1956816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Scatter impact std = 7.06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225856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  (±7 dB per-cell redistribution)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256032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mean ≈ 0 dB = energy conservation 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2862072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3163824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Scatter active only after Cell 33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3465576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  (re-apply S coeff after scene load)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376732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CAL_MAX_DEPTH must match MAX_DEPTH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406908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</a:rPr>
              <a:t>  (was 6, should be 10)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Scene Enhancements — Final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5760720" cy="26517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914400"/>
            <a:ext cx="576072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692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</a:rPr>
              <a:t>AWS Elevation Tiles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44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Zoom-14 GeoTIFF tiles (~5.8 m/px)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922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72 tiles downloaded &amp; mosaiced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396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Bilinear interpolation for smooth mesh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87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DEM range: −34 to +102 m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500×500 terrain grid (~9 MB PLY)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914400"/>
            <a:ext cx="5760720" cy="26517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914400"/>
            <a:ext cx="576072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9692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</a:rPr>
              <a:t>OSM + Overture Buildings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444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61,985 OSM building footprints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922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70,765 Overture Maps entries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396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22,558 real heights enriched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87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Fallback: levels×3.5 m or 8 m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47,592 buildings processed → 8 PLY 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749039"/>
            <a:ext cx="5760720" cy="26517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749039"/>
            <a:ext cx="576072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03903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</a:rPr>
              <a:t>Meta AI Canopy Height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27939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Quadkey zoom-9 Web Mercator tiles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62686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1 m resolution CHM (windowed read)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974335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Height range: 1–53 m in Nottingham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32180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115,497 trees at 20 m grid spacing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66927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8-sided cylinders, binary PLY (87 MB)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749039"/>
            <a:ext cx="5760720" cy="26517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749039"/>
            <a:ext cx="576072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803903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</a:rPr>
              <a:t>ITU-R P.2040-2 Materials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27939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itu_brick S=0.30, itu_concrete S=0.40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62686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itu_glass S=0.08, itu_metal S=0.05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974335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itu_vegetation S=0.75 (highest scatter)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32180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itu_urban_ground ε=5 σ=0.5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66927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• LambertianPattern on all materials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Remaining Issues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11704320" cy="2194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B35"/>
                </a:solidFill>
              </a:rPr>
              <a:t>Known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533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35"/>
                </a:solidFill>
              </a:rPr>
              <a:t>✗ CAL_MAX_DEPTH=6 ≠ MAX_DEPTH=10  →  calibrated S values are for depth=6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550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35"/>
                </a:solidFill>
              </a:rPr>
              <a:t>✗ TREE_GRID_SPACING was 5 m → 1.8M trees → 1.5 GB PLY → kernel 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9568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35"/>
                </a:solidFill>
              </a:rPr>
              <a:t>✗ FLAT_TERRAIN=True still in Cell 0c  →  TX at z=17m not z=25m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2585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35"/>
                </a:solidFill>
              </a:rPr>
              <a:t>✗ Scatter S=0 if Cell 33 not re-run after kernel restart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560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35"/>
                </a:solidFill>
              </a:rPr>
              <a:t>✗ Scene centred on bbox not TX  →  TX at (4711, 3074) near NE edge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246120"/>
            <a:ext cx="11704320" cy="2560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3375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6D6A0"/>
                </a:solidFill>
              </a:rP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36850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▶ Set FLAT_TERRAIN=False in Cell 0c → TX Z should show ≈25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398678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▶ Run Cell 33 after every scene load → confirm S≠0 in Cell 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428853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▶ Fix CAL_MAX_DEPTH=10 → re-run calibration sweep for valid S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45902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▶ Run Cell 9b → get bias/RMSE vs 4001 Ofcom drive-test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" y="48920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▶ Consider re-centering scene bbox on TX location for better coverage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" y="5193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▶ Increase scat_keep_prob 0.001→0.01 for better NLOS scatter at 500m+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