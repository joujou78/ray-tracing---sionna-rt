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ITU-R Recommendation P.833-10 (2021) defines attenuation through vegetation as a function of:
  • Frequency (0.001–100 GHz)
  • Depth of foliage traversed d (metres)
  • Tree species / density class
Formula:  Av = A_m · (1 − e^{−γ·d/A_m})    [dB]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 well but losses accumulate: λ = 32.7 cm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correction applied to 187 RX points intersecting vegetation polygons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RMSE improvement from P.833: ~0.8 dB on vegetation-affected receivers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Without P.833: RT over-predicts RSSI in wooded suburban areas by 3–7 dB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Implemented in Sionna 2.0 DEM notebook as post-processing correction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Reference: ITU-R P.833-10, Section 3 — exponential decay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